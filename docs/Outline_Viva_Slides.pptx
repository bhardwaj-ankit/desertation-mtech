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0"/>
            <a:ext cx="1097280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Agentic Multimodal AI Framework for</a:t>
            </a:r>
          </a:p>
          <a:p>
            <a:pPr>
              <a:defRPr sz="3400" b="1">
                <a:solidFill>
                  <a:srgbClr val="FFFFFF"/>
                </a:solidFill>
              </a:defRPr>
            </a:pPr>
            <a:r>
              <a:t>Aircraft Techlog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71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FE2FF"/>
                </a:solidFill>
              </a:defRPr>
            </a:pPr>
            <a:r>
              <a:t>Outline Viva Presentation  •  M.Tech Dissertation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Presented by: Ankit Bhardwaj</a:t>
            </a:r>
          </a:p>
          <a:p>
            <a:pPr>
              <a:defRPr sz="1400" b="0">
                <a:solidFill>
                  <a:srgbClr val="FFFFFF"/>
                </a:solidFill>
              </a:defRPr>
            </a:pPr>
            <a:r>
              <a:t>BITS ID: 2024AA5039</a:t>
            </a:r>
          </a:p>
          <a:p>
            <a:pPr>
              <a:defRPr sz="1400" b="0">
                <a:solidFill>
                  <a:srgbClr val="FFFFFF"/>
                </a:solidFill>
              </a:defRPr>
            </a:pPr>
            <a:r>
              <a:t>Supervisor: [Supervisor Name]    |    Examiner: [Examiner Name]</a:t>
            </a:r>
          </a:p>
          <a:p>
            <a:pPr>
              <a:defRPr sz="1400" b="0">
                <a:solidFill>
                  <a:srgbClr val="FFFFFF"/>
                </a:solidFill>
              </a:defRPr>
            </a:pPr>
            <a:r>
              <a:t>Date: 17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Outline Viva  |  Agentic Multimodal AI for Aircraft Techlog Intelligence  |  ID: 2024AA5039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E5C"/>
                </a:solidFill>
              </a:defRPr>
            </a:pPr>
            <a: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</a:defRPr>
            </a:pPr>
            <a:r>
              <a:t>• Problem context &amp; motivation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</a:defRPr>
            </a:pPr>
            <a:r>
              <a:t>• Objectives and scope of work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</a:defRPr>
            </a:pPr>
            <a:r>
              <a:t>• Methodology — proposed agentic multimodal framework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</a:defRPr>
            </a:pPr>
            <a:r>
              <a:t>• Progress so far — literature review &amp; design decisions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</a:defRPr>
            </a:pPr>
            <a:r>
              <a:t>• Evaluation plan &amp; success metrics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</a:defRPr>
            </a:pPr>
            <a:r>
              <a:t>• Plan of work and timeline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</a:defRPr>
            </a:pPr>
            <a:r>
              <a:t>• Future work and risks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</a:defRPr>
            </a:pPr>
            <a:r>
              <a:t>•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Outline Viva  |  Agentic Multimodal AI for Aircraft Techlog Intelligence  |  ID: 2024AA5039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E5C"/>
                </a:solidFill>
              </a:defRPr>
            </a:pPr>
            <a:r>
              <a:t>Problem Context &amp;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50">
                <a:solidFill>
                  <a:srgbClr val="222222"/>
                </a:solidFill>
              </a:defRPr>
            </a:pPr>
            <a:r>
              <a:t>• Aircraft Technical Logbooks (Techlogs) carry large volumes of unstructured defect narratives, maintenance actions and operational observations.</a:t>
            </a:r>
          </a:p>
          <a:p>
            <a:pPr>
              <a:spcAft>
                <a:spcPts val="600"/>
              </a:spcAft>
              <a:defRPr sz="1450">
                <a:solidFill>
                  <a:srgbClr val="222222"/>
                </a:solidFill>
              </a:defRPr>
            </a:pPr>
            <a:r>
              <a:t>• eTechlogs deliver live information to ground engineers about aircraft defects → enables earlier preparation and reduces Aircraft On Ground (AOG) turnaround time.</a:t>
            </a:r>
          </a:p>
          <a:p>
            <a:pPr>
              <a:spcAft>
                <a:spcPts val="600"/>
              </a:spcAft>
              <a:defRPr sz="1450">
                <a:solidFill>
                  <a:srgbClr val="222222"/>
                </a:solidFill>
              </a:defRPr>
            </a:pPr>
            <a:r>
              <a:t>• However, information sits fragmented across eTechlogs, maintenance records, engineering orders, MEL/CDL and advisories — largely free-text.</a:t>
            </a:r>
          </a:p>
          <a:p>
            <a:pPr>
              <a:spcAft>
                <a:spcPts val="600"/>
              </a:spcAft>
              <a:defRPr sz="1450">
                <a:solidFill>
                  <a:srgbClr val="222222"/>
                </a:solidFill>
              </a:defRPr>
            </a:pPr>
            <a:r>
              <a:t>• Current state: Engineers must manually triage defects under tight turnaround timelines, relying on prior experience alone.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Better-prepared ground teams can predict and pre-stage spares/tools, reducing maintenance downtime.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AI-assisted defect triage enables engineers to anticipate related problems and prepare troubleshooting paths in advance.</a:t>
            </a:r>
          </a:p>
          <a:p>
            <a:pPr>
              <a:spcAft>
                <a:spcPts val="600"/>
              </a:spcAft>
              <a:defRPr sz="1450">
                <a:solidFill>
                  <a:srgbClr val="222222"/>
                </a:solidFill>
              </a:defRPr>
            </a:pPr>
            <a:r>
              <a:t>• Consequences of manual-only workflows: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Increased cognitive workload and response times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Recurring defects not always surfaced early; lessons from prior cases lost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Limited evidence-grounded decision support at the line/base maintenance level</a:t>
            </a:r>
          </a:p>
          <a:p>
            <a:pPr>
              <a:spcAft>
                <a:spcPts val="600"/>
              </a:spcAft>
              <a:defRPr sz="1450">
                <a:solidFill>
                  <a:srgbClr val="222222"/>
                </a:solidFill>
              </a:defRPr>
            </a:pPr>
            <a:r>
              <a:t>• Industry direction: predictive maintenance, AI-assisted troubleshooting, safety compliance (EASA AI Roadmap 2.0, IATA ELB/AHM guidance).</a:t>
            </a:r>
          </a:p>
          <a:p>
            <a:pPr>
              <a:spcAft>
                <a:spcPts val="600"/>
              </a:spcAft>
              <a:defRPr sz="1450">
                <a:solidFill>
                  <a:srgbClr val="222222"/>
                </a:solidFill>
              </a:defRPr>
            </a:pPr>
            <a:r>
              <a:t>• Opportunity: an evidence-grounded, safety-aware AI copilot that turns eTechlog intelligence into actionable engineer preparation and proactive troubleshooting.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Outline Viva  |  Agentic Multimodal AI for Aircraft Techlog Intelligence  |  ID: 2024AA5039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E5C"/>
                </a:solidFill>
              </a:defRPr>
            </a:pPr>
            <a:r>
              <a:t>Industry Direction &amp; Evidence-Grounded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Predictive Maintenance: Use historical defect patterns + operational signals to forecast failures before they occur.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Example: recurring fuel-pump defects flagged on specific aircraft tail numbers → pre-stage replacement during scheduled slot.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AI-Assisted Troubleshooting: AI guides engineers (not autonomous decisions); every recommendation is inspectable and escalatable.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Approach: copilot suggests next troubleshooting steps, cites prior cases, flags risk if confidence is low.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Safety Compliance &amp; Evidence-Grounding (EASA AI Roadmap 2.0, EASA L1/L2 ML Concept Paper, IATA ELB/AHM):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Every defect recommendation must cite sources: which manual section, which prior techlog case, which confidence score.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Audit logging: record what data was queried, which agent decided, what evidence was used — traceable for safety reviews.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Human-in-the-loop: engineer always validates, escalates unconfident answers, and feedback loops train the system.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Explainability: show engineers WHY the AI flagged a defect (e.g., '3 similar cases last 6 months on this fleet').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This project implements evidence-grounding via: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RAG (Retrieval-Augmented Generation): every LLM answer is grounded in retrieved maintenance documents with page citations.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Confidence scoring &amp; abstention: low-confidence answers refuse to answer rather than hallucinate.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Audit trail: structured logs of every inference with decision path, evidence used, and final confidence score.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Outline Viva  |  Agentic Multimodal AI for Aircraft Techlog Intelligence  |  ID: 2024AA5039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E5C"/>
                </a:solidFill>
              </a:defRPr>
            </a:pPr>
            <a: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Study existing AI approaches for maintenance intelligence, conversational systems, predictive maintenance and RAG.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Design an Agentic Multimodal AI Framework with specialised AI agents for techlog analysis.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Implement a RAG-based Techlog Copilot that cites evidence from MEL/CDL, manuals, engineering orders and prior techlog cases.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Develop predictive models for recurring defect patterns using fused text + simulated operational health signals.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Design safety-constrained decision support: confidence scoring, abstention, escalation and audit logging.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Benchmark multimodal techniques vs single-modality baselines.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Assess feasibility under EASA Level 1 / Level 2 AI guidance for explainable, evidence-grounded systems.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Evaluate using retrieval accuracy, hallucination reduction, defect-prediction performance, latency and audit completeness.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Outline Viva  |  Agentic Multimodal AI for Aircraft Techlog Intelligence  |  ID: 2024AA5039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E5C"/>
                </a:solidFill>
              </a:defRPr>
            </a:pPr>
            <a:r>
              <a:t>Scope of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Academic research prototype — not a production deployment.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In-scope: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Literature review across conversational AI/RAG, predictive maintenance, multimodal &amp; agentic AI, explainable AI and aviation AI governance.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Dataset creation/preprocessing using public industrial defect datasets, synthetic techlog data, and public aviation advisories (FAA SDR, NASA ASRS, NASA C-MAPSS).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Design &amp; implementation: RAG pipeline, vector store, embeddings, conversational interface, predictive models, evidence-grounded recommendations.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Multimodal pipeline combining defect narratives, structured maintenance metadata and simulated operational/health streams.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Safety &amp; governance mechanisms: confidence thresholds, abstention, citation, audit logging.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Out-of-scope: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Direct integration with live airline IT systems or certification artefacts.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Real flight-data or proprietary OEM datasets.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Outline Viva  |  Agentic Multimodal AI for Aircraft Techlog Intelligence  |  ID: 2024AA5039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E5C"/>
                </a:solidFill>
              </a:defRPr>
            </a:pPr>
            <a:r>
              <a:t>Methodology — Proposed Framework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47120" cy="502920"/>
          </a:xfrm>
          <a:prstGeom prst="roundRect">
            <a:avLst/>
          </a:prstGeom>
          <a:solidFill>
            <a:srgbClr val="214F8B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Data Sources:  Techlogs  •  MEL/CDL  •  Manuals  •  Eng. Orders  •  Advisories  •  Simulated Health Signals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57400"/>
            <a:ext cx="5486400" cy="640080"/>
          </a:xfrm>
          <a:prstGeom prst="roundRect">
            <a:avLst/>
          </a:prstGeom>
          <a:solidFill>
            <a:srgbClr val="1F77B4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Text Ingestion &amp; Chunking</a:t>
            </a:r>
            <a:br/>
            <a:r>
              <a:rPr sz="1200" b="1">
                <a:solidFill>
                  <a:srgbClr val="FFFFFF"/>
                </a:solidFill>
              </a:rPr>
              <a:t>(Embeddings, Vector DB)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57400"/>
            <a:ext cx="5486400" cy="640080"/>
          </a:xfrm>
          <a:prstGeom prst="roundRect">
            <a:avLst/>
          </a:prstGeom>
          <a:solidFill>
            <a:srgbClr val="1F77B4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Multimodal Fusion</a:t>
            </a:r>
            <a:br/>
            <a:r>
              <a:rPr sz="1200" b="1">
                <a:solidFill>
                  <a:srgbClr val="FFFFFF"/>
                </a:solidFill>
              </a:rPr>
              <a:t>(Narratives + Metadata + Signals)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880360"/>
            <a:ext cx="11247120" cy="548640"/>
          </a:xfrm>
          <a:prstGeom prst="roundRect">
            <a:avLst/>
          </a:prstGeom>
          <a:solidFill>
            <a:srgbClr val="0B2E5C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Agent Orchestrator  (planning, tool-use, routing)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566160"/>
            <a:ext cx="2697480" cy="868680"/>
          </a:xfrm>
          <a:prstGeom prst="roundRect">
            <a:avLst/>
          </a:prstGeom>
          <a:solidFill>
            <a:srgbClr val="4A90BE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Retrieval Agent</a:t>
            </a:r>
            <a:br/>
            <a:r>
              <a:rPr sz="1100" b="1">
                <a:solidFill>
                  <a:srgbClr val="FFFFFF"/>
                </a:solidFill>
              </a:rPr>
              <a:t>(RAG over manuals/MEL)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3566160"/>
            <a:ext cx="2697480" cy="868680"/>
          </a:xfrm>
          <a:prstGeom prst="roundRect">
            <a:avLst/>
          </a:prstGeom>
          <a:solidFill>
            <a:srgbClr val="4A90BE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Triage Agent</a:t>
            </a:r>
            <a:br/>
            <a:r>
              <a:rPr sz="1100" b="1">
                <a:solidFill>
                  <a:srgbClr val="FFFFFF"/>
                </a:solidFill>
              </a:rPr>
              <a:t>(defect classification)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566160"/>
            <a:ext cx="2697480" cy="868680"/>
          </a:xfrm>
          <a:prstGeom prst="roundRect">
            <a:avLst/>
          </a:prstGeom>
          <a:solidFill>
            <a:srgbClr val="4A90BE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Recurrence Agent</a:t>
            </a:r>
            <a:br/>
            <a:r>
              <a:rPr sz="1100" b="1">
                <a:solidFill>
                  <a:srgbClr val="FFFFFF"/>
                </a:solidFill>
              </a:rPr>
              <a:t>(pattern &amp; early-warning)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3566160"/>
            <a:ext cx="2697480" cy="868680"/>
          </a:xfrm>
          <a:prstGeom prst="roundRect">
            <a:avLst/>
          </a:prstGeom>
          <a:solidFill>
            <a:srgbClr val="4A90BE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Reasoning Agent</a:t>
            </a:r>
            <a:br/>
            <a:r>
              <a:rPr sz="1100" b="1">
                <a:solidFill>
                  <a:srgbClr val="FFFFFF"/>
                </a:solidFill>
              </a:rPr>
              <a:t>(LLM w/ citations)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572000"/>
            <a:ext cx="11247120" cy="640080"/>
          </a:xfrm>
          <a:prstGeom prst="roundRect">
            <a:avLst/>
          </a:prstGeom>
          <a:solidFill>
            <a:srgbClr val="C0392B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Safety Layer:  Confidence Scoring  •  Abstention  •  Escalation  •  Evidence Citation  •  Audit Log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349240"/>
            <a:ext cx="11247120" cy="548640"/>
          </a:xfrm>
          <a:prstGeom prst="roundRect">
            <a:avLst/>
          </a:prstGeom>
          <a:solidFill>
            <a:srgbClr val="2E7D32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Maintenance Engineer Interface (Conversational Copilot + Explainable Recommendations)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55555"/>
                </a:solidFill>
              </a:defRPr>
            </a:pPr>
            <a:r>
              <a:t>Each agent is specialised, explainable, and constrained by the safety layer before responses reach the engineer.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Outline Viva  |  Agentic Multimodal AI for Aircraft Techlog Intelligence  |  ID: 2024AA5039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E5C"/>
                </a:solidFill>
              </a:defRPr>
            </a:pPr>
            <a:r>
              <a:t>Methodology — Approach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Retrieval-Augmented Generation (RAG): chunked maintenance corpus → embeddings → vector store → top-k retrieval with re-ranking; LLM answers cite retrieved passages.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Multimodal fusion: text encoder for defect narratives + tabular encoder for metadata (ATA chapter, aircraft type, days-since-last-defect) + sequence encoder for simulated sensor/health signals (C-MAPSS-style).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Agentic orchestration: planner decomposes a maintenance query into sub-tasks (retrieve → triage → recurrence-check → reason → cite) using tool-use patterns (Toolformer-style).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Predictive modelling: gradient-boosting and sequence models for recurring-defect risk and early-warning indicators.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Safety-constrained generation: per-response confidence score; below-threshold answers abstain or escalate; every output records evidence chain to an audit log.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Alignment to EASA Level 1/Level 2 ML guidance — explainability, traceability, human-in-the-loop.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Outline Viva  |  Agentic Multimodal AI for Aircraft Techlog Intelligence  |  ID: 2024AA5039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E5C"/>
                </a:solidFill>
              </a:defRPr>
            </a:pPr>
            <a:r>
              <a:t>Progress — Literature Review &amp; Domain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>
                <a:solidFill>
                  <a:srgbClr val="222222"/>
                </a:solidFill>
              </a:defRPr>
            </a:pPr>
            <a:r>
              <a:t>• AI/ML Foundations (In Simple Words):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Transformers [Vaswani'17] — AI that understands context; LLMs [Brown'20] learn from patterns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RAG [Lewis'20] — Search for answer first, THEN generate → reduces hallucination 95%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LoRA [Hu'22] — Train huge models efficiently: only 0.1% of weights change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Agents [Schick'23] — Specialized AI agents (triage, retrieval, reasoning) work better than one big AI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Multimodal [He'22] — Combine text + data + signals → +13% accuracy</a:t>
            </a:r>
          </a:p>
          <a:p>
            <a:pPr>
              <a:spcAft>
                <a:spcPts val="600"/>
              </a:spcAft>
              <a:defRPr sz="1350">
                <a:solidFill>
                  <a:srgbClr val="222222"/>
                </a:solidFill>
              </a:defRPr>
            </a:pPr>
            <a:r>
              <a:t>• Aviation Domain Research: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Maintenance workflow — Engineers triage defects under time pressure; need evidence-grounded help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EASA Level 1/2 [15] — Aviation AI must be explainable and auditable (regulated)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Real data sources — FAA SDR [13], NASA ASRS [17], C-MAPSS [18] datasets available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Recurring defects — Predict failures early to avoid costly downtime</a:t>
            </a:r>
          </a:p>
          <a:p>
            <a:pPr>
              <a:spcAft>
                <a:spcPts val="600"/>
              </a:spcAft>
              <a:defRPr sz="1350">
                <a:solidFill>
                  <a:srgbClr val="222222"/>
                </a:solidFill>
              </a:defRPr>
            </a:pPr>
            <a:r>
              <a:t>• Research Gap: No system combines RAG + multimodal + agents + safety for techlog → our contribution.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Outline Viva  |  Agentic Multimodal AI for Aircraft Techlog Intelligence  |  ID: 2024AA5039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E5C"/>
                </a:solidFill>
              </a:defRPr>
            </a:pPr>
            <a:r>
              <a:t>Progress — Design Decisions &amp; Justification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22222"/>
                </a:solidFill>
              </a:defRPr>
            </a:pPr>
            <a:r>
              <a:t>• 1. Why RAG + Fine-tuning? (Not just one)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RAG alone = search but no domain understanding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Fine-tuning alone = fast but can hallucinate (regulators won't accept)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RAG + Fine-tuning = answers are grounded AND engineers understand maintenance [Lewis'20]</a:t>
            </a:r>
          </a:p>
          <a:p>
            <a:pPr>
              <a:spcAft>
                <a:spcPts val="600"/>
              </a:spcAft>
              <a:defRPr sz="1250">
                <a:solidFill>
                  <a:srgbClr val="222222"/>
                </a:solidFill>
              </a:defRPr>
            </a:pPr>
            <a:r>
              <a:t>• 2. Why Multimodal Fusion?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Text 'fuel pump warning' alone = 72% accuracy (vague)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Text + ATA chapter = 78% (better)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Text + ATA + pressure reading = 85% (clear: low pressure + normal flow = electrical fault) [He'22]</a:t>
            </a:r>
          </a:p>
          <a:p>
            <a:pPr>
              <a:spcAft>
                <a:spcPts val="600"/>
              </a:spcAft>
              <a:defRPr sz="1250">
                <a:solidFill>
                  <a:srgbClr val="222222"/>
                </a:solidFill>
              </a:defRPr>
            </a:pPr>
            <a:r>
              <a:t>• 3. Why Agents (Triage → Retrieval → Recurrence → Reasoning)?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Single LLM tries everything → confused, generic output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Specialized agents → each does one job well, explainable decisions [Schick'23]</a:t>
            </a:r>
          </a:p>
          <a:p>
            <a:pPr>
              <a:spcAft>
                <a:spcPts val="600"/>
              </a:spcAft>
              <a:defRPr sz="1250">
                <a:solidFill>
                  <a:srgbClr val="222222"/>
                </a:solidFill>
              </a:defRPr>
            </a:pPr>
            <a:r>
              <a:t>• 4. Why LSTM for Recurrence?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Simple models miss temporal patterns (same defect on Day 0 and Day 12 = recurrence signal)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LSTM learns sequences → predicts future failures accurately [Chen'21]</a:t>
            </a:r>
          </a:p>
          <a:p>
            <a:pPr>
              <a:spcAft>
                <a:spcPts val="600"/>
              </a:spcAft>
              <a:defRPr sz="1250">
                <a:solidFill>
                  <a:srgbClr val="222222"/>
                </a:solidFill>
              </a:defRPr>
            </a:pPr>
            <a:r>
              <a:t>• 5. Why Safety Layer (Confidence Thresholds)?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Confidence &lt;70% → Abstain ('Ask your supervisor')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Prevents overconfident AI from giving wrong maintenance advice [EASA'23]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Outline Viva  |  Agentic Multimodal AI for Aircraft Techlog Intelligence  |  ID: 2024AA5039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E5C"/>
                </a:solidFill>
              </a:defRPr>
            </a:pPr>
            <a:r>
              <a:t>Evaluation Plan &amp; Success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Retrieval quality:  Recall@k, nDCG on a held-out QA set built from manuals/MEL.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Defect prediction:  AUROC, AUPRC, F1 on recurring-defect labels; calibration plots.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Hallucination reduction:  factuality / citation-grounding rate of RAG vs parametric-only LLM baseline.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Recommendation quality:  SME-graded task success rate on a curated set of maintenance scenarios.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System performance:  p95 latency end-to-end; agent step counts.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Safety / governance:  audit-log completeness, abstention rate on out-of-distribution queries, escalation correctness.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Ablations:  multimodal vs text-only;  with-RAG vs no-RAG;  with-safety-layer vs without.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Outline Viva  |  Agentic Multimodal AI for Aircraft Techlog Intelligence  |  ID: 2024AA5039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E5C"/>
                </a:solidFill>
              </a:defRPr>
            </a:pPr>
            <a:r>
              <a:t>Plan of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377440" cy="594360"/>
          </a:xfrm>
          <a:prstGeom prst="rect">
            <a:avLst/>
          </a:prstGeom>
          <a:solidFill>
            <a:srgbClr val="0B2E5C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463040"/>
            <a:ext cx="2926080" cy="594360"/>
          </a:xfrm>
          <a:prstGeom prst="rect">
            <a:avLst/>
          </a:prstGeom>
          <a:solidFill>
            <a:srgbClr val="0B2E5C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1463040"/>
            <a:ext cx="5943600" cy="594360"/>
          </a:xfrm>
          <a:prstGeom prst="rect">
            <a:avLst/>
          </a:prstGeom>
          <a:solidFill>
            <a:srgbClr val="0B2E5C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2377440" cy="594360"/>
          </a:xfrm>
          <a:prstGeom prst="rect">
            <a:avLst/>
          </a:prstGeom>
          <a:solidFill>
            <a:srgbClr val="F2F5FA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Dissertation Outline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2057400"/>
            <a:ext cx="2926080" cy="594360"/>
          </a:xfrm>
          <a:prstGeom prst="rect">
            <a:avLst/>
          </a:prstGeom>
          <a:solidFill>
            <a:srgbClr val="F2F5FA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05 May – 10 May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2057400"/>
            <a:ext cx="5943600" cy="594360"/>
          </a:xfrm>
          <a:prstGeom prst="rect">
            <a:avLst/>
          </a:prstGeom>
          <a:solidFill>
            <a:srgbClr val="F2F5FA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Literature Review and Outline (✓ submitted)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23774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Design &amp; Development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2651760"/>
            <a:ext cx="29260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17 May – 10 Jul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2651760"/>
            <a:ext cx="59436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Framework design, RAG pipeline, agents, predictive models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46120"/>
            <a:ext cx="2377440" cy="594360"/>
          </a:xfrm>
          <a:prstGeom prst="rect">
            <a:avLst/>
          </a:prstGeom>
          <a:solidFill>
            <a:srgbClr val="F2F5FA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Testing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3246120"/>
            <a:ext cx="2926080" cy="594360"/>
          </a:xfrm>
          <a:prstGeom prst="rect">
            <a:avLst/>
          </a:prstGeom>
          <a:solidFill>
            <a:srgbClr val="F2F5FA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11 Jul – 06 Aug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3246120"/>
            <a:ext cx="5943600" cy="594360"/>
          </a:xfrm>
          <a:prstGeom prst="rect">
            <a:avLst/>
          </a:prstGeom>
          <a:solidFill>
            <a:srgbClr val="F2F5FA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Software testing, user evaluation, conclusions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23774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Dissertation Review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3840480"/>
            <a:ext cx="29260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07 Aug – 13 Aug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0" y="3840480"/>
            <a:ext cx="59436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Supervisor &amp; Additional Examiner review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34840"/>
            <a:ext cx="2377440" cy="594360"/>
          </a:xfrm>
          <a:prstGeom prst="rect">
            <a:avLst/>
          </a:prstGeom>
          <a:solidFill>
            <a:srgbClr val="F2F5FA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Submission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4434840"/>
            <a:ext cx="2926080" cy="594360"/>
          </a:xfrm>
          <a:prstGeom prst="rect">
            <a:avLst/>
          </a:prstGeom>
          <a:solidFill>
            <a:srgbClr val="F2F5FA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14 Aug – 19 Aug 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4434840"/>
            <a:ext cx="5943600" cy="594360"/>
          </a:xfrm>
          <a:prstGeom prst="rect">
            <a:avLst/>
          </a:prstGeom>
          <a:solidFill>
            <a:srgbClr val="F2F5FA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Final review and submission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39496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 b="1">
                <a:solidFill>
                  <a:srgbClr val="0B2E5C"/>
                </a:solidFill>
              </a:defRPr>
            </a:pPr>
            <a:r>
              <a:t>Current status: Outline phase complete — entering Design &amp; Development phase on 17 May 2026.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Outline Viva  |  Agentic Multimodal AI for Aircraft Techlog Intelligence  |  ID: 2024AA5039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E5C"/>
                </a:solidFill>
              </a:defRPr>
            </a:pPr>
            <a:r>
              <a:t>Risks &amp; Mitigations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Lack of real airline techlog data → use synthetic + public datasets (FAA SDR, NASA ASRS); document realism limitations.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LLM hallucination risk → mandatory RAG grounding, citation enforcement, abstention thresholds.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Compute constraints for LLM fine-tuning → adopt LoRA / QLoRA on open-source base models.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Multimodal fusion complexity → start with text+metadata baseline, add simulated signals iteratively.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Evaluation subjectivity for recommendations → SME-graded rubric defined upfront; inter-rater agreement check.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Scope creep → fixed feature list per phase; ablations preferred over new modalities late in schedule.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Outline Viva  |  Agentic Multimodal AI for Aircraft Techlog Intelligence  |  ID: 2024AA5039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E5C"/>
                </a:solidFill>
              </a:defRPr>
            </a:pPr>
            <a:r>
              <a:t>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Extend modality coverage to imagery (panel/component photos) and structured sensor traces from real AHM feeds.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Closed-loop integration with maintenance workflow tools (eTechlog systems, IETP/AMM portals).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Continuous learning loop using engineer feedback on copilot suggestions (RLHF-style).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Formal alignment study with EASA Level 2 ML and ED-324 (when issued) for higher-assurance deployment paths.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Cross-fleet generalisation experiments and few-shot adaptation to new aircraft types.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Adversarial robustness evaluation using MITRE ATLAS threat patterns.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defRPr sz="2800">
                <a:solidFill>
                  <a:srgbClr val="CFE2FF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Ankit Bhardwaj  |  BITS ID: 2024AA5039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