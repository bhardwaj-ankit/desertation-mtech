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by explaining that the project is motivated by real maintenance workflow challenges: large volumes of technical text, fragmented information sources, and strict operational timelines. The focus is decision support, not autonomous aircraft maintenance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the problem is not only information retrieval. The core challenge is combining retrieval, prediction, explanation, and safety constraints in a way suitable for aviation maintenance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maps directly to the submitted abstract. Keep it crisp: the project is both research-oriented and prototype-oriented.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Mention that sensitive airline production data is outside the declared academic scope unless separately approved. The prototype can still be realistic using public and synthetic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the agentic structure as a coordinated set of specialized components. The key idea is that each component has a clear responsibility rather than one black-box model doing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as the main walkthrough slide. The methodology is staged so the examiner can see a feasible path from data preparation to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Clarify that the project avoids dependency on confidential production data for the academic prototype. Synthetic records are useful for controlled experiments and repeatable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technical core. Explain that RAG handles evidence-based Q&amp;A, while predictive modeling handles pattern detection and risk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the system is designed to assist engineers, not replace certified maintenance judgment. This is important for aviation acceptability.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this is outline viva, present this as current dissertation progress. Avoid claiming implementation results unless you have already built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these as findings from the initial literature and problem analysis. They justify the selected architecture and evaluation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Examiners often ask how success will be measured. This slide shows that evaluation is planned across retrieval, prediction, usability,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mirrors the submitted work plan. Present it as the execution roadmap from outline viva to final dissertation.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by restating the contribution in a confident but measured way. The expected outcome is a research prototype and evaluation, not direct operational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Multimodal AI Framework for Aircraft Techlog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Outline Viva Presentation</a:t>
            </a:r>
            <a:br/>
            <a:br/>
            <a:r>
              <a:rPr/>
              <a:t>Ankit Bhardwaj | BITS ID: 2024AA5039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Aircraft maintenance teams rely on eTechlogs, maintenance records, advisories, manuals, and prior defect history.</a:t>
            </a:r>
          </a:p>
          <a:p>
            <a:pPr lvl="0"/>
            <a:r>
              <a:rPr/>
              <a:t>Much of this information is unstructured, distributed, and time-sensitive.</a:t>
            </a:r>
          </a:p>
          <a:p>
            <a:pPr lvl="0"/>
            <a:r>
              <a:rPr/>
              <a:t>Engineers often need to identify recurring defects, relevant MEL/CDL references, troubleshooting history, and operational risk quickly.</a:t>
            </a:r>
          </a:p>
          <a:p>
            <a:pPr lvl="0"/>
            <a:r>
              <a:rPr/>
              <a:t>The project proposes an AI-assisted maintenance copilot for evidence-grounded techlog intelligence.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Manual techlog analysis increases cognitive workload and response time.</a:t>
            </a:r>
          </a:p>
          <a:p>
            <a:pPr lvl="0"/>
            <a:r>
              <a:rPr/>
              <a:t>Conventional keyword search may miss context, similarity, and historical defect patterns.</a:t>
            </a:r>
          </a:p>
          <a:p>
            <a:pPr lvl="0"/>
            <a:r>
              <a:rPr/>
              <a:t>General LLM responses may hallucinate unless grounded in trusted evidence.</a:t>
            </a:r>
          </a:p>
          <a:p>
            <a:pPr lvl="0"/>
            <a:r>
              <a:rPr/>
              <a:t>Aviation maintenance requires traceability, explainability, confidence control, and human oversight.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Study AI approaches for maintenance intelligence, RAG, conversational systems, and predictive maintenance.</a:t>
            </a:r>
          </a:p>
          <a:p>
            <a:pPr lvl="0"/>
            <a:r>
              <a:rPr/>
              <a:t>Design an agentic multimodal framework for aircraft techlog analysis.</a:t>
            </a:r>
          </a:p>
          <a:p>
            <a:pPr lvl="0"/>
            <a:r>
              <a:rPr/>
              <a:t>Implement a RAG-based Techlog Copilot with evidence citation.</a:t>
            </a:r>
          </a:p>
          <a:p>
            <a:pPr lvl="0"/>
            <a:r>
              <a:rPr/>
              <a:t>Develop predictive models for recurring defect patterns and early-warning indicators.</a:t>
            </a:r>
          </a:p>
          <a:p>
            <a:pPr lvl="0"/>
            <a:r>
              <a:rPr/>
              <a:t>Add safety-constrained decision support using confidence, abstention, escalation, and audit logging.</a:t>
            </a:r>
          </a:p>
          <a:p>
            <a:pPr lvl="0"/>
            <a:r>
              <a:rPr/>
              <a:t>Evaluate retrieval quality, prediction performance, latency, hallucination reduction, and audit completeness.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Academic prototype, not a production deployment.</a:t>
            </a:r>
          </a:p>
          <a:p>
            <a:pPr lvl="0"/>
            <a:r>
              <a:rPr/>
              <a:t>Data sources include public industrial defect datasets, synthetic techlog data, aviation advisories, and simulated operational signals.</a:t>
            </a:r>
          </a:p>
          <a:p>
            <a:pPr lvl="0"/>
            <a:r>
              <a:rPr/>
              <a:t>Core components include RAG, vector search, conversational AI, predictive modeling, multimodal fusion, and safety governance.</a:t>
            </a:r>
          </a:p>
          <a:p>
            <a:pPr lvl="0"/>
            <a:r>
              <a:rPr/>
              <a:t>Evaluation will use retrieval, prediction, response quality, latency, and auditability metrics.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Techlog Copilot for evidence-grounded question answering.</a:t>
            </a:r>
          </a:p>
          <a:p>
            <a:pPr lvl="0"/>
            <a:r>
              <a:rPr/>
              <a:t>Retrieval agent for manuals, MEL/CDL extracts, advisories, engineering orders, and prior cases.</a:t>
            </a:r>
          </a:p>
          <a:p>
            <a:pPr lvl="0"/>
            <a:r>
              <a:rPr/>
              <a:t>Predictive agent for recurring defect and risk pattern detection.</a:t>
            </a:r>
          </a:p>
          <a:p>
            <a:pPr lvl="0"/>
            <a:r>
              <a:rPr/>
              <a:t>Multimodal fusion layer combining text, metadata, and simulated health signals.</a:t>
            </a:r>
          </a:p>
          <a:p>
            <a:pPr lvl="0"/>
            <a:r>
              <a:rPr/>
              <a:t>Safety layer for confidence scoring, abstention, escalation, and audit trail generation.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Literature review and problem refinement.</a:t>
            </a:r>
          </a:p>
          <a:p>
            <a:pPr lvl="0" indent="-342900" marL="342900">
              <a:buAutoNum type="arabicPeriod"/>
            </a:pPr>
            <a:r>
              <a:rPr/>
              <a:t>Dataset preparation using public, synthetic, and simulated maintenance data.</a:t>
            </a:r>
          </a:p>
          <a:p>
            <a:pPr lvl="0" indent="-342900" marL="342900">
              <a:buAutoNum type="arabicPeriod"/>
            </a:pPr>
            <a:r>
              <a:rPr/>
              <a:t>Knowledge ingestion, chunking, embedding generation, and vector indexing.</a:t>
            </a:r>
          </a:p>
          <a:p>
            <a:pPr lvl="0" indent="-342900" marL="342900">
              <a:buAutoNum type="arabicPeriod"/>
            </a:pPr>
            <a:r>
              <a:rPr/>
              <a:t>RAG-based conversational assistant implementation.</a:t>
            </a:r>
          </a:p>
          <a:p>
            <a:pPr lvl="0" indent="-342900" marL="342900">
              <a:buAutoNum type="arabicPeriod"/>
            </a:pPr>
            <a:r>
              <a:rPr/>
              <a:t>Predictive modeling for recurring defect patterns.</a:t>
            </a:r>
          </a:p>
          <a:p>
            <a:pPr lvl="0" indent="-342900" marL="342900">
              <a:buAutoNum type="arabicPeriod"/>
            </a:pPr>
            <a:r>
              <a:rPr/>
              <a:t>Multimodal fusion and safety-constrained recommendation layer.</a:t>
            </a:r>
          </a:p>
          <a:p>
            <a:pPr lvl="0" indent="-342900" marL="342900">
              <a:buAutoNum type="arabicPeriod"/>
            </a:pPr>
            <a:r>
              <a:rPr/>
              <a:t>Experimental evaluation, benchmarking, and ablation studies.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and Knowledge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FAA Service Difficulty Reports and aviation safety resources.</a:t>
            </a:r>
          </a:p>
          <a:p>
            <a:pPr lvl="0"/>
            <a:r>
              <a:rPr/>
              <a:t>NASA C-MAPSS prognostics dataset for health signal simulation.</a:t>
            </a:r>
          </a:p>
          <a:p>
            <a:pPr lvl="0"/>
            <a:r>
              <a:rPr/>
              <a:t>NASA ASRS safety narratives for operational incident-style text.</a:t>
            </a:r>
          </a:p>
          <a:p>
            <a:pPr lvl="0"/>
            <a:r>
              <a:rPr/>
              <a:t>Public aviation advisories and maintenance-related documents.</a:t>
            </a:r>
          </a:p>
          <a:p>
            <a:pPr lvl="0"/>
            <a:r>
              <a:rPr/>
              <a:t>Synthetic techlog records representing defect narratives, metadata, and maintenance actions.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Retrieval-Augmented Generation for grounded answers and citations.</a:t>
            </a:r>
          </a:p>
          <a:p>
            <a:pPr lvl="0"/>
            <a:r>
              <a:rPr/>
              <a:t>LLM-based conversational interface for engineer-facing interaction.</a:t>
            </a:r>
          </a:p>
          <a:p>
            <a:pPr lvl="0"/>
            <a:r>
              <a:rPr/>
              <a:t>Embedding and vector database pipeline for semantic retrieval.</a:t>
            </a:r>
          </a:p>
          <a:p>
            <a:pPr lvl="0"/>
            <a:r>
              <a:rPr/>
              <a:t>Predictive models for recurring defect classification and early-warning signals.</a:t>
            </a:r>
          </a:p>
          <a:p>
            <a:pPr lvl="0"/>
            <a:r>
              <a:rPr/>
              <a:t>Multimodal learning to combine defect text, structured metadata, and operational signals.</a:t>
            </a:r>
          </a:p>
          <a:p>
            <a:pPr lvl="0"/>
            <a:r>
              <a:rPr/>
              <a:t>Explainability methods for evidence traceability and decision transparency.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Human-in-the-loop decision support.</a:t>
            </a:r>
          </a:p>
          <a:p>
            <a:pPr lvl="0"/>
            <a:r>
              <a:rPr/>
              <a:t>Confidence thresholds before recommendations are shown.</a:t>
            </a:r>
          </a:p>
          <a:p>
            <a:pPr lvl="0"/>
            <a:r>
              <a:rPr/>
              <a:t>Abstention when evidence or confidence is insufficient.</a:t>
            </a:r>
          </a:p>
          <a:p>
            <a:pPr lvl="0"/>
            <a:r>
              <a:rPr/>
              <a:t>Escalation paths for safety-critical or ambiguous cases.</a:t>
            </a:r>
          </a:p>
          <a:p>
            <a:pPr lvl="0"/>
            <a:r>
              <a:rPr/>
              <a:t>Evidence citation for retrieved sources and generated recommendations.</a:t>
            </a:r>
          </a:p>
          <a:p>
            <a:pPr lvl="0"/>
            <a:r>
              <a:rPr/>
              <a:t>Audit logging for traceability and post-review.</a:t>
            </a:r>
          </a:p>
          <a:p>
            <a:pPr lvl="0"/>
            <a:r>
              <a:rPr/>
              <a:t>Alignment with EASA Level 1/Level 2 AI guidance and AI risk management principles.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Progress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 statement, objectives, and scope have been finalized.</a:t>
            </a:r>
          </a:p>
          <a:p>
            <a:pPr lvl="0"/>
            <a:r>
              <a:rPr/>
              <a:t>Submitted the abstract and outline report.</a:t>
            </a:r>
          </a:p>
          <a:p>
            <a:pPr lvl="0"/>
            <a:r>
              <a:rPr/>
              <a:t>Identified literature areas: RAG, predictive maintenance, multimodal AI, agentic systems, explainable AI, and aviation AI governance.</a:t>
            </a:r>
          </a:p>
          <a:p>
            <a:pPr lvl="0"/>
            <a:r>
              <a:rPr/>
              <a:t>Identified candidate datasets and knowledge sources.</a:t>
            </a:r>
          </a:p>
          <a:p>
            <a:pPr lvl="0"/>
            <a:r>
              <a:rPr/>
              <a:t>Defined high-level architecture and core modules.</a:t>
            </a:r>
          </a:p>
          <a:p>
            <a:pPr lvl="0"/>
            <a:r>
              <a:rPr/>
              <a:t>Defined initial evaluation metrics for retrieval, prediction, latency, recommendation quality, and auditability.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 From Initial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Techlog intelligence needs both semantic retrieval and predictive analysis.</a:t>
            </a:r>
          </a:p>
          <a:p>
            <a:pPr lvl="0"/>
            <a:r>
              <a:rPr/>
              <a:t>Evidence-grounded RAG is better suited than standalone LLM generation for maintenance use cases.</a:t>
            </a:r>
          </a:p>
          <a:p>
            <a:pPr lvl="0"/>
            <a:r>
              <a:rPr/>
              <a:t>Multimodal inputs can capture patterns that text-only analysis may miss.</a:t>
            </a:r>
          </a:p>
          <a:p>
            <a:pPr lvl="0"/>
            <a:r>
              <a:rPr/>
              <a:t>Safety-critical domains require abstention, traceability, and human oversight by design.</a:t>
            </a:r>
          </a:p>
          <a:p>
            <a:pPr lvl="0"/>
            <a:r>
              <a:rPr/>
              <a:t>Evaluation must cover both technical metrics and operational usefulness.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Retrieval performance: Recall@k, nDCG, citation relevance.</a:t>
            </a:r>
          </a:p>
          <a:p>
            <a:pPr lvl="0"/>
            <a:r>
              <a:rPr/>
              <a:t>Generation quality: hallucination reduction against parametric-only LLM baseline.</a:t>
            </a:r>
          </a:p>
          <a:p>
            <a:pPr lvl="0"/>
            <a:r>
              <a:rPr/>
              <a:t>Prediction performance: AUROC, AUPRC, F1-score, and early-warning precision.</a:t>
            </a:r>
          </a:p>
          <a:p>
            <a:pPr lvl="0"/>
            <a:r>
              <a:rPr/>
              <a:t>Multimodal value: comparison against text-only and metadata-only baselines.</a:t>
            </a:r>
          </a:p>
          <a:p>
            <a:pPr lvl="0"/>
            <a:r>
              <a:rPr/>
              <a:t>Operational metrics: p95 response latency and task completion quality.</a:t>
            </a:r>
          </a:p>
          <a:p>
            <a:pPr lvl="0"/>
            <a:r>
              <a:rPr/>
              <a:t>Governance metrics: confidence coverage, abstention correctness, and audit completeness.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Weeks 3-5: dataset collection, synthetic data generation, preprocessing, and requirements.</a:t>
            </a:r>
          </a:p>
          <a:p>
            <a:pPr lvl="0"/>
            <a:r>
              <a:rPr/>
              <a:t>Weeks 6-8: RAG pipeline, vector database, and Techlog Copilot prototype.</a:t>
            </a:r>
          </a:p>
          <a:p>
            <a:pPr lvl="0"/>
            <a:r>
              <a:rPr/>
              <a:t>Week 8: mid-semester review and prototype demonstration.</a:t>
            </a:r>
          </a:p>
          <a:p>
            <a:pPr lvl="0"/>
            <a:r>
              <a:rPr/>
              <a:t>Weeks 9-12: multimodal fusion, predictive modeling, and safety layer.</a:t>
            </a:r>
          </a:p>
          <a:p>
            <a:pPr lvl="0"/>
            <a:r>
              <a:rPr/>
              <a:t>Weeks 13-14: testing, benchmarking, and ablation studies.</a:t>
            </a:r>
          </a:p>
          <a:p>
            <a:pPr lvl="0"/>
            <a:r>
              <a:rPr/>
              <a:t>Weeks 15-16: dissertation review, final corrections, submission, and viva preparation.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structured framework for aircraft techlog intelligence.</a:t>
            </a:r>
          </a:p>
          <a:p>
            <a:pPr lvl="0"/>
            <a:r>
              <a:rPr/>
              <a:t>Evidence-grounded maintenance Q&amp;A with source citation.</a:t>
            </a:r>
          </a:p>
          <a:p>
            <a:pPr lvl="0"/>
            <a:r>
              <a:rPr/>
              <a:t>Predictive support for recurring defect pattern identification.</a:t>
            </a:r>
          </a:p>
          <a:p>
            <a:pPr lvl="0"/>
            <a:r>
              <a:rPr/>
              <a:t>Multimodal analysis combining text, metadata, and simulated operational signals.</a:t>
            </a:r>
          </a:p>
          <a:p>
            <a:pPr lvl="0"/>
            <a:r>
              <a:rPr/>
              <a:t>Safety-constrained decision support aligned with aviation AI governance expectations.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Multimodal AI Framework for Aircraft Techlog Intelligence</dc:title>
  <dc:creator>Ankit Bhardwaj | BITS ID: 2024AA5039</dc:creator>
  <cp:keywords/>
  <dcterms:created xsi:type="dcterms:W3CDTF">2026-05-17T07:05:46Z</dcterms:created>
  <dcterms:modified xsi:type="dcterms:W3CDTF">2026-05-17T07:05:46Z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ubtitle">
    <vt:lpwstr>Outline Viva Presentation</vt:lpwstr>
  </property>
</Properties>
</file>